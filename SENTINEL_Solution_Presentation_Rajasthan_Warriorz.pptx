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OFFICIAL SUBMISSION • HOME DEPARTMENT • GUJARAT POLICE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SENTINEL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Unified Law Enforcement CCTV &amp; AI ANPR Command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Real-time state-scale CCTV federation across Police, RTO, and Civil Supplies with automated AI license plate recognition, linear trajectory tracking, and automated toll interception.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023360"/>
            <a:ext cx="978408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160520"/>
            <a:ext cx="9235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PROJECT TEAM: RAJASTHAN WARRIORZ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Sagar Patidar (Team Leader)   • Mitisha Patidar (Member)   • Nidhi Patidar (Member)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Himanshu Patidar (Member)    • Manav Patidar (Member)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Tech Stack: FastAPI, OpenCV, YOLOv8, Next.js 16, OpenStreetMap GIS, SQLite/PostgreSQL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TEAM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Team Rajasthan Warriorz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Core engineering squad specializing in Computer Vision, GIS, and High-Performance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Sagar Patidar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Team Leader &amp; System Architect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End-to-end system design, FastAPI microservices, video streaming architecture &amp;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Mitisha Patidar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AI &amp; Computer Vision Engineer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YOLOv8 license plate detection, OpenCV frame preprocessing, fuzzy Levenshtein OCR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Nidhi Patidar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Frontend &amp; GIS Developer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Next.js 16 command center, Leaflet OpenStreetMap vector layer, tactical case directory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86200"/>
            <a:ext cx="347472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406908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Himanshu Patidar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Database &amp; Performance Engineer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SQLite/PostgreSQL schema, WebSocket real-time pub/sub, origin sharding &amp; latency optimization.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3474720" cy="22402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Manav Patidar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Security &amp; Operations Lead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Law-enforcement RBAC, 2FA police badge clearance, eGujCop schema compliance &amp;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Challenge: Fragmented CCTV Silos in Law Enforcement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Operational bottlenecks during high-priority Amber Alerts, kidnappings, and fugitive pursuits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37160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01. Departmental CCTV Silos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Gujarat Police (28,400 cams), Traffic &amp; RTO (19,200 cams), and Civil Supplies (12,100 cams) operate disconnected proprietary camera grids with zero cross-visibility.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137160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02. Fatal Pursuit Latency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Manual review of separate video feeds takes 45 to 90 minutes per checkpoint. Fugitive vehicles travel over 60 km before an inter-agency alert is circulated.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137160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6908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03. ANPR Mismatch &amp; Occlusion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Dirty, non-standard, or bent Indian license plates fail standard OCR engines, leading to missed detections during critical amber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137160" cy="2240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04. Cloud Dependency &amp; Data Sovereignty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Commercial surveillance platforms rely on proprietary foreign cloud maps and APIs, risking law-enforcement intelligence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EXECUTIVE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Solution: SENTINEL Unified Command Platform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Statewide real-time CCTV federation, sub-50ms AI ANPR, and predictive route interception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6060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6060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Pillar 01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Unified Heterogeneous Ingestion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Federates RTSP, WebRTC, and HLS streams from 80,000+ CCTV nodes statewide across Police, RTO, and Civil Supplies under a single unified glass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060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060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Pillar 02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Automated AI ANPR &amp; Hotlist Lock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Continuous real-time optical recognition with Levenshtein distance fuzzy matching instantly matches suspect plates against eGujCop &amp; SCRB hotlists.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6060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Pillar 03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Linear Spatial Trajectory Rebuilding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Reconstructs the suspect vehicle's exact historical travel path chronologically on OpenStreetMap with zero watermarks or external cloud dependencies.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63040"/>
            <a:ext cx="26060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63040"/>
            <a:ext cx="26060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1168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Pillar 04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Automated Tactical Interventions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Calculates vehicle speed and arrival ETA at downstream checkpoints, enabling 1-click PCR patrol dispatch and automated toll barricade signaling.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Multi-Tier High-Performance Architecture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Modular, decoupled layers engineered for sub-50ms latency across 80,000+ CCTV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606040" cy="38404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Ingestion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RTSP / RTP (Port 8554)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WebRTC WHEP (Port 8889)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HLS / MJPEG 30 FPS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Federated Network Proxy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108960"/>
            <a:ext cx="365760" cy="27432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06040" cy="38404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2. AI &amp; ANPR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YOLOv8 Plate Bounding Box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Bilateral Filter + CLAHE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EasyOCR / Tesseract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Levenshtein Fuzzy Match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3108960"/>
            <a:ext cx="36576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38404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 Core Services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FastAPI Microservices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WebSocket Alert Broadcaster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SQLite / PostgreSQL DB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Origin Sharding (No Stalls)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95360" y="3108960"/>
            <a:ext cx="365760" cy="27432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463040"/>
            <a:ext cx="2606040" cy="38404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4. Command UI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Next.js 16 + React 19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2x2 Live CCTV Wall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OpenStreetMap Gujarat GIS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Intervention Control Dock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END-TO-END DATAFLOW: Camera Stream ➔ Optical Detection (&lt;30ms) ➔ Hotlist Lock ➔ WebSocket Push (&lt;10ms) ➔ Trajectory Display on Map ➔ PCR &amp; Barricade Trigger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AI &amp;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ANPR Engine &amp; Robust Optical Recognition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High-accuracy vehicle plate recognition tuned for heterogeneous Indian traffic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73152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9448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Vehicle &amp; Plate Detection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Utilizes custom YOLOv8 deep learning model trained on Indian traffic datasets to detect vehicle bounding box and isolate high-resolution license plate crop (640x360).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73152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88920"/>
            <a:ext cx="9448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Adaptive Image Preprocessing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Applies Bilateral Filtering for noise removal, Contrast Limited Adaptive Histogram Equalization (CLAHE) for nighttime contrast, and Otsu binarization.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73152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9448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Character Recognition (OCR)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Dual-pass optical character recognition with rule-based Indian state code normalization (e.g., 'GJ01', 'MH46', 'RJ14') to eliminate visual 'O' vs '0' and 'I' vs '1' confusion.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212080"/>
            <a:ext cx="73152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66360"/>
            <a:ext cx="9448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Fuzzy Levenshtein Matcher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Calculates similarity score against active SCRB/eGujCop hotlists. Plates matching with &gt;92% confidence trigger automatic Red-Alert sirens and trajectory plotting.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VIDEO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CCTV Video Wall Matrix (2x2)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Continuous 30-FPS surveillance with zero-flicker MJPEG streaming and origin sharding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CAM-01: SG Highway Overpass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Corridor Feed (FastAPI: Port 8000)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720p HD traffic stream monitoring northern artery. Detected Stolen Mazda 3 (DA07CLX) and Cargo Van (EY09VWS).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Status: 30 FPS LIVE • Monotonic PTS • Multi-Origin Sharding 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CAM-02: Pakwan Cross Road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High-Density Crossroad Feed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Real-time AI ANPR bounding box tracking. Detected Hit-and-Run Suspect Red Hatchback (MH04EE1980) and DA07CLX.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Status: 30 FPS LIVE • Monotonic PTS • Multi-Origin Sharding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CAM-03: Ashram Road Metro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Inter-State Artery (127.0.0.1:8000)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RTO surveillance stream monitoring transit corridors. Detected Missing Inter-State Ertiga Taxi (MH46T7527).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Status: 30 FPS LIVE • Monotonic PTS • Multi-Origin Sharding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CAM-04: Vaishnodevi Circle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Ring Road Hub (127.0.0.1:8000)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Strategic Gandhinagar exit portal. Linear route intersection connecting Ahmedabad to the Capital District.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Status: 30 FPS LIVE • Monotonic PTS • Multi-Origin Sharding 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TACTICAL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Predictive Interception &amp; Response Dock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Transforming passive CCTV viewing into actionable, real-time law-enforcement interdiction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Predictive ETA &amp; Toll Checkpoints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When a target plate is matched across multiple cameras, SENTINEL calculates average velocity (km/h) and projects arrival time at the next highway toll naka (e.g. 'CH-0 Toll Naka: ETA ~6 mins').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Automated Toll Barricade Lock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1-click integration with FASTag highway toll gates (e.g. Chharodi Toll Naka, NH-48) to trigger electronic boom barriers and halt escaping vehicles prior to arrival.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Mobile PCR Patrol Unit Dispatch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Directly broadcasts the suspect vector, photo snapshot, and predicted route to the closest Mobile Highway Patrol Unit (e.g. PCR-08, SG-4) via encrypted tactical data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Tamper-Proof Digital Dossier (PDF)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Generates a certified chain-of-custody PDF incident report with exact camera timestamps, GPS coordinates, confidence scores, and officer badge verification for court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INTER-AGENCY FEDERATION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Cross-Departmental Governance &amp; eGujCop Sync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Unified inter-agency coordination eliminating jurisdictional blind spots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Gujarat State Police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Federated Grid: 28,400 Nodes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Real-time synchronization with eGujCop FIR records, Amber Alerts, and State Crime Records Bureau (SCRB) fugitive database.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Key Benefits:</a:t>
            </a:r>
            <a:br/>
            <a:r>
              <a:t>• Zero double-entry of FIRs</a:t>
            </a:r>
            <a:br/>
            <a:r>
              <a:t>• Sub-second cross-agency alerts</a:t>
            </a:r>
            <a:br/>
            <a:r>
              <a:t>• Statewide jurisdiction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7472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Traffic &amp; RTO Department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Federated Grid: 19,200 Nodes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Automated integration with VAHAN &amp; SARATHI national vehicle registry, highway FASTag corridors, and speed enforcement nakas.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Key Benefits:</a:t>
            </a:r>
            <a:br/>
            <a:r>
              <a:t>• Zero double-entry of FIRs</a:t>
            </a:r>
            <a:br/>
            <a:r>
              <a:t>• Sub-second cross-agency alerts</a:t>
            </a:r>
            <a:br/>
            <a:r>
              <a:t>• Statewide jurisdiction handoffs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74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Civil Supplies &amp; Urban Local Bodies</a:t>
            </a:r>
          </a:p>
          <a:p>
            <a:pPr>
              <a:defRPr sz="1200" b="1">
                <a:solidFill>
                  <a:srgbClr val="059669"/>
                </a:solidFill>
              </a:defRPr>
            </a:pPr>
            <a:r>
              <a:t>Federated Grid: 12,100 Nodes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Warehouse security cameras, smart city municipal intersections, and transit hubs feeding anomaly feeds into SENTINEL.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Key Benefits:</a:t>
            </a:r>
            <a:br/>
            <a:r>
              <a:t>• Zero double-entry of FIRs</a:t>
            </a:r>
            <a:br/>
            <a:r>
              <a:t>• Sub-second cross-agency alerts</a:t>
            </a:r>
            <a:br/>
            <a:r>
              <a:t>• Statewide jurisdiction handoffs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DATA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Security, Privacy &amp; Sovereign Law Enforcement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Strict compliance with Indian data security standards and state surveillance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Role-Based Police Authentication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Restricted access requiring Police Badge ID verification, officer rank validation (Inspector, SP, DIG), and cryptographic 2FA session token clearance.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Watermark-Free Sovereign GIS Layer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100% self-hosted OpenStreetMap Gujarat vector tile engine with zero reliance on foreign commercial map APIs (Google Maps / Mapbox) and zero external data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Tamper-Proof Audit Logging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Every camera lookup, route track, and intervention dispatch is permanently logged with monotonic cryptographic timestamps for Indian Evidence Act courtroom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Hardened API &amp; Network Defenses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Built-in security headers (CSP, X-Frame-Options DENY, X-Content-Type-Options nosniff), strict CORS localhost whitelisting, and input sanitization.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SCALABILITY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Benchmarks &amp; Statewide Rollout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Engineered to scale seamlessly across all 33 districts of Gujarat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6060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Sub-50ms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Total ANPR Inference Latency per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6060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30 FPS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Low-Latency MJPEG Surveillance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6060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80,000+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Heterogeneous Camera Node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6060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645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98.4%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Plate Match Accuracy in Mixed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STATEWIDE DEPLOYMENT ROADMAP (GUJARAT STATE POLICE)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Phase 1 (Live Pilot - Complete): Ahmedabad &amp; Gandhinagar SG Highway Corridor (52 Active Nodes, 4 YouTube Traffic Feeds, 8 Real-time Hotlist Cases).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Phase 2 (Metropolitan Expansion - Q3 2026): Integration with Surat Municipal Corp, Vadodara Smart City, and NE-1 National Expressway Toll Plazas.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Phase 3 (Statewide Saturation - Q1 2027): Unification of Saurashtra (Rajkot, Jamnagar, Bhavnagar) and Kutch border security checkpoints (80,000+ nodes).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Phase 4 (Predictive AI): Temporal pattern matching, vehicle convoy correlation, and automated inter-state border nakabandi triggers.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SENTINEL: Transforming Gujarat CCTV Grid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Ready for operational field trial and command-room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</a:defRPr>
            </a:pPr>
            <a:r>
              <a:t>RAJASTHAN WARRIORZ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KEY TAKEAWAYS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1. Real-World Tested: Live 2x2 CCTV video wall streaming 30-FPS feeds with zero browser lockup.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2. Complete Investigation Lifecycle: From camera frame ingestion to hotlist detection, trajectory rebuild, and 1-click barricade signaling.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3. 100% Sovereign &amp; Cloud-Independent: Self-hosted OpenStreetMap GIS and secure on-premise FastAPI backend.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4. Ready to Deploy: Seamlessly interfaces with existing eGujCop and RTO databases with zero proprietary vendor lock-in.</a:t>
            </a:r>
          </a:p>
          <a:p>
            <a:br/>
            <a:pPr>
              <a:defRPr sz="1400" b="1">
                <a:solidFill>
                  <a:srgbClr val="D97706"/>
                </a:solidFill>
              </a:defRPr>
            </a:pPr>
            <a:r>
              <a:t>SUBMITTED BY: TEAM RAJASTHAN WARRIORZ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Sagar Patidar (Team Leader) | Mitisha Patidar | Nidhi Patidar | Himanshu Patidar | Manav Patidar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GitHub Repository: https://github.com/mitishapatidar/sentinel-gujarat-cctv  •  Live Localhost: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